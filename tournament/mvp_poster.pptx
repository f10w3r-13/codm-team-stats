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TOURNAMENT MVP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12745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LoseJai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4uNion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62556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72.87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2556" y="4754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05756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905756" y="4754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/ 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48956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648956" y="4754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 출전 (HP4 · SND3)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62179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4uNion  ·  세트 10-0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2026-08-03T11:56:25Z</dcterms:created>
  <dcterms:modified xsi:type="dcterms:W3CDTF">2026-08-03T11:56:25Z</dcterms:modified>
</cp:coreProperties>
</file>